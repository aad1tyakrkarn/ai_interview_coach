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005840"/>
            <a:ext cx="3383280" cy="2926080"/>
          </a:xfrm>
          <a:prstGeom prst="rect">
            <a:avLst/>
          </a:prstGeom>
          <a:solidFill>
            <a:srgbClr val="0F1419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23560" y="1143000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143000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1143000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4630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node-api   :4000 ready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python-ml  :8000 ready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frontend   :5173 ready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Sarah is listening...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Interview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Preparation Platform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91440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the architecture, code, and engineering choices.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Vivek  ·  Project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Three-service split with a shared data layer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2286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3560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(React)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6 + TypeScript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Zustand 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WebSpeech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17320"/>
            <a:ext cx="2651760" cy="2286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43560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API (Express)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7190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endpoints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Prisma 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JOSE JWT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limiting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517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17320"/>
            <a:ext cx="2651760" cy="2286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43560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ML (FastAPI)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7190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Groq LLaMA 3.3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FAISS vector 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spaCy parser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Edge-TTS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2057400"/>
            <a:ext cx="182880" cy="274320"/>
          </a:xfrm>
          <a:prstGeom prst="rightArrow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2057400"/>
            <a:ext cx="182880" cy="274320"/>
          </a:xfrm>
          <a:prstGeom prst="rightArrow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21868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 serverless) — users, interviews, answers, scores, audit logs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(with in-memory fallback) — sessions, rate-limit counters, TTS audio cache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37360" y="2926080"/>
            <a:ext cx="182880" cy="228600"/>
          </a:xfrm>
          <a:prstGeom prst="downArrow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2926080"/>
            <a:ext cx="182880" cy="228600"/>
          </a:xfrm>
          <a:prstGeom prst="downArrow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2926080"/>
            <a:ext cx="182880" cy="228600"/>
          </a:xfrm>
          <a:prstGeom prst="downArrow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D4D9DF"/>
          </a:solidFill>
          <a:ln w="12700">
            <a:solidFill>
              <a:srgbClr val="D4D9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Technical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TypeScript monorepo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LIBRARIES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465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746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 + SWC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931920" cy="365760"/>
          </a:xfrm>
          <a:prstGeom prst="rect">
            <a:avLst/>
          </a:prstGeom>
          <a:solidFill>
            <a:srgbClr val="EEF1F4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57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(slices)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9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569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931920" cy="365760"/>
          </a:xfrm>
          <a:prstGeom prst="rect">
            <a:avLst/>
          </a:prstGeom>
          <a:solidFill>
            <a:srgbClr val="EEF1F4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809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2980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dark mode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92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3392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React Query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3931920" cy="365760"/>
          </a:xfrm>
          <a:prstGeom prst="rect">
            <a:avLst/>
          </a:prstGeom>
          <a:solidFill>
            <a:srgbClr val="EEF1F4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039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3803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WebSpeech / MediaPipe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371600"/>
            <a:ext cx="4114800" cy="3108960"/>
          </a:xfrm>
          <a:prstGeom prst="rect">
            <a:avLst/>
          </a:prstGeom>
          <a:solidFill>
            <a:srgbClr val="0F1419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useConversationalInterview.ts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78308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startInterview =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storeStart(id);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tts.speak(intro);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listenToUser();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auto-submit on 3s silence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(silenceMs &gt; 3000) submit();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D4D9DF"/>
          </a:solidFill>
          <a:ln w="12700">
            <a:solidFill>
              <a:srgbClr val="D4D9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Technical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Express service with Prisma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50292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81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entry, validation (Zod)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11680"/>
            <a:ext cx="91440" cy="50292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service calls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06040"/>
            <a:ext cx="91440" cy="50292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70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transactions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00400"/>
            <a:ext cx="91440" cy="50292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64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 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DB access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94760"/>
            <a:ext cx="91440" cy="50292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serverless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ENDPOINTS (sample)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1737360"/>
            <a:ext cx="640080" cy="292608"/>
          </a:xfrm>
          <a:prstGeom prst="rect">
            <a:avLst/>
          </a:prstGeom>
          <a:solidFill>
            <a:srgbClr val="F5B7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7647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17647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103120"/>
            <a:ext cx="640080" cy="292608"/>
          </a:xfrm>
          <a:prstGeom prst="rect">
            <a:avLst/>
          </a:prstGeom>
          <a:solidFill>
            <a:srgbClr val="F5B7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1305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2130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468880"/>
            <a:ext cx="640080" cy="292608"/>
          </a:xfrm>
          <a:prstGeom prst="rect">
            <a:avLst/>
          </a:prstGeom>
          <a:solidFill>
            <a:srgbClr val="F5B7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4963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77840" y="2496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/interviews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834640"/>
            <a:ext cx="640080" cy="292608"/>
          </a:xfrm>
          <a:prstGeom prst="rect">
            <a:avLst/>
          </a:prstGeom>
          <a:solidFill>
            <a:srgbClr val="F5B7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862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77840" y="2862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/interviews/:id/start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3200400"/>
            <a:ext cx="640080" cy="292608"/>
          </a:xfrm>
          <a:prstGeom prst="rect">
            <a:avLst/>
          </a:prstGeom>
          <a:solidFill>
            <a:srgbClr val="F5B7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2278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7784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/interviews/:id/answer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3566160"/>
            <a:ext cx="640080" cy="292608"/>
          </a:xfrm>
          <a:prstGeom prst="rect">
            <a:avLst/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5935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77840" y="3593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/interviews/:id/score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3931920"/>
            <a:ext cx="640080" cy="292608"/>
          </a:xfrm>
          <a:prstGeom prst="rect">
            <a:avLst/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9593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77840" y="3959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/admin/metrics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D4D9DF"/>
          </a:solidFill>
          <a:ln w="12700">
            <a:solidFill>
              <a:srgbClr val="D4D9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Technical Overview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&amp; AI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voice to scored answer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4420" y="1600200"/>
            <a:ext cx="365760" cy="3657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22199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stream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61972" y="1874520"/>
            <a:ext cx="91440" cy="182880"/>
          </a:xfrm>
          <a:prstGeom prst="rightArrow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150876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66060" y="1600200"/>
            <a:ext cx="365760" cy="3657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60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21992" y="20116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21992" y="222199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WebSpeech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53612" y="1874520"/>
            <a:ext cx="91440" cy="182880"/>
          </a:xfrm>
          <a:prstGeom prst="rightArrow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50876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57700" y="1600200"/>
            <a:ext cx="365760" cy="3657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77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13632" y="20116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Sarah LLM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13632" y="222199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5252" y="1874520"/>
            <a:ext cx="91440" cy="182880"/>
          </a:xfrm>
          <a:prstGeom prst="rightArrow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150876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9340" y="1600200"/>
            <a:ext cx="365760" cy="3657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93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05272" y="20116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match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05272" y="222199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6892" y="1874520"/>
            <a:ext cx="91440" cy="182880"/>
          </a:xfrm>
          <a:prstGeom prst="rightArrow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1508760"/>
            <a:ext cx="1600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40980" y="1600200"/>
            <a:ext cx="365760" cy="3657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09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96912" y="20116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96912" y="222199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rubric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 RUBRIC (weighted)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3255264"/>
            <a:ext cx="59436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0" y="3255264"/>
            <a:ext cx="5943600" cy="1828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377440" y="3575304"/>
            <a:ext cx="59436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77440" y="3575304"/>
            <a:ext cx="3962400" cy="1828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3520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77440" y="3895344"/>
            <a:ext cx="59436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77440" y="3895344"/>
            <a:ext cx="3962400" cy="1828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377440" y="4215384"/>
            <a:ext cx="59436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0" y="4215384"/>
            <a:ext cx="2971800" cy="1828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4160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377440" y="4535424"/>
            <a:ext cx="5943600" cy="1828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377440" y="4535424"/>
            <a:ext cx="2971800" cy="1828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12480" y="4480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D4D9DF"/>
          </a:solidFill>
          <a:ln w="12700">
            <a:solidFill>
              <a:srgbClr val="D4D9D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Technical Overview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+ Camera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without leaving the browser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02336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6712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057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WebSpeech API — browser STT (no server)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57860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468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detector — 3s auto-submit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9008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880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— neural voice (server-side)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0156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291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meter — detects user interrupt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1304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703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WPM + filler-word counter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2452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114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Mutes mic while Sarah speaks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417320"/>
            <a:ext cx="402336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490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PIPELINE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216712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057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 — browser-native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57860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468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 — eye contact score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99008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2880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detection — posture score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40156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291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detector — confidence signal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81304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703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(no video upload)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4224528"/>
            <a:ext cx="109728" cy="109728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114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streamed to coaching panel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D4D9DF"/>
          </a:solidFill>
          <a:ln w="12700">
            <a:solidFill>
              <a:srgbClr val="D4D9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Technical Overview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Prisma schema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String @id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String @unique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passwordHash String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isActive  Boolean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  Resume?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417320"/>
            <a:ext cx="2651760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String @id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 String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377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 Mode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651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 Status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926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durationMinutes Int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417320"/>
            <a:ext cx="2651760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InterviewQuestion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String @id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2103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interviewId  String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377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questionText  String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651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answerText   String?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2926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Float?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29000"/>
            <a:ext cx="26517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429000"/>
            <a:ext cx="2651760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interviewId  String @id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  Float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  Float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4663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problemSolving  Float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4937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  Float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46120" y="3429000"/>
            <a:ext cx="2651760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46120" y="3429000"/>
            <a:ext cx="2651760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AuditLog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8328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String @id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83280" y="4114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 String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83280" y="4389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 String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83280" y="4663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 DateTime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350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use CUID2 IDs · soft deletes via isActive flag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D4D9DF"/>
          </a:solidFill>
          <a:ln w="12700">
            <a:solidFill>
              <a:srgbClr val="D4D9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Technical Overview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&amp; Auth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primitives over legacy choices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865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Argon2id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865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Memory-hard, winner of PHC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8229600" cy="402336"/>
          </a:xfrm>
          <a:prstGeom prst="rect">
            <a:avLst/>
          </a:prstGeom>
          <a:solidFill>
            <a:srgbClr val="EEF1F4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library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jsonwebtoken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304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promise-based, WebCrypto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79192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cache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memory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(ioredis)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Clusterable, TTL built-in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118104"/>
            <a:ext cx="8229600" cy="402336"/>
          </a:xfrm>
          <a:prstGeom prst="rect">
            <a:avLst/>
          </a:prstGeom>
          <a:solidFill>
            <a:srgbClr val="EEF1F4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82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rate-limit-redis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182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counters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557016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621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3621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skipped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0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Nodemailer + OTP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621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fake signups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95928"/>
            <a:ext cx="8229600" cy="402336"/>
          </a:xfrm>
          <a:prstGeom prst="rect">
            <a:avLst/>
          </a:prstGeom>
          <a:solidFill>
            <a:srgbClr val="EEF1F4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059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60320" y="40599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0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4059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on all env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D4D9DF"/>
          </a:solidFill>
          <a:ln w="12700">
            <a:solidFill>
              <a:srgbClr val="D4D9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Technical Overview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&amp; Reliability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dev machine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11887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01168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3s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round trip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intro + Edge-TTS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417320"/>
            <a:ext cx="2011680" cy="11887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417320"/>
            <a:ext cx="201168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~120ms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latency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WebSpeech streaming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2011680" cy="11887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417320"/>
            <a:ext cx="201168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fps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on-device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40880" y="1417320"/>
            <a:ext cx="2011680" cy="11887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1417320"/>
            <a:ext cx="201168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success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answer submit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 MECHANISMS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401568"/>
            <a:ext cx="109728" cy="1097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after every answer — if tab crashes, progress is kept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109728" cy="1097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639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has an in-memory fallback for dev or when Redis is down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096512"/>
            <a:ext cx="109728" cy="1097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9867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Backward-compat login: old bcrypt hashes auto-upgrade to Argon2id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443984"/>
            <a:ext cx="109728" cy="1097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3342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ML service has health endpoint; Node API retries on cold start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D4D9DF"/>
          </a:solidFill>
          <a:ln w="12700">
            <a:solidFill>
              <a:srgbClr val="D4D9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Technical Overview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Progress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shipped, tested, and running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74320" cy="27432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flow: register, OTP verify, login, forgot password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74320" cy="27432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flow: setup → consent → live voice → complete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274320" cy="27432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persona + dynamic question generation via Groq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74320" cy="27432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(FAISS) with 31 seed questions + ideal answers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508760"/>
            <a:ext cx="274320" cy="27432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parser (spaCy + pdfplumber), 200+ skills dictionary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274320" cy="27432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voice coaching panel with live metrics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274320" cy="27432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charts and audit logs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880360"/>
            <a:ext cx="274320" cy="27432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907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across frontend and admin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D4D9DF"/>
          </a:solidFill>
          <a:ln w="12700">
            <a:solidFill>
              <a:srgbClr val="D4D9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Technical Overview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Gaps &amp; Tech Debt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engineer would flag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27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 tests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Playwright/Cypress suite yet — relying on manual testing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65960"/>
            <a:ext cx="82296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75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deploy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dev environment configured; no CI/CD to prod hosts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14600"/>
            <a:ext cx="8229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24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tracking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2606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Sentry or similar; errors only in console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63240"/>
            <a:ext cx="8229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729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logs, metrics, or traces yet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11880"/>
            <a:ext cx="822960" cy="4754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216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1732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 layout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page optimized for desktop; mobile needs polish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9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60520"/>
            <a:ext cx="822960" cy="4754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70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1732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i18n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4904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hardcoded in English only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7432"/>
          </a:xfrm>
          <a:prstGeom prst="rect">
            <a:avLst/>
          </a:prstGeom>
          <a:solidFill>
            <a:srgbClr val="D4D9DF"/>
          </a:solidFill>
          <a:ln w="12700">
            <a:solidFill>
              <a:srgbClr val="D4D9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Platform · Technical Overview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0" y="49651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09728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dive deeper into any layer — frontend, backend, ML, infra.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 | 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sarah dynamic questions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rag scoring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chore: argon2 migration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Interview Platform — Technical Overview</dc:title>
  <dc:subject>PptxGenJS Presentation</dc:subject>
  <dc:creator>Vivek</dc:creator>
  <cp:lastModifiedBy>Vivek</cp:lastModifiedBy>
  <cp:revision>1</cp:revision>
  <dcterms:created xsi:type="dcterms:W3CDTF">2026-04-11T13:39:47Z</dcterms:created>
  <dcterms:modified xsi:type="dcterms:W3CDTF">2026-04-11T13:39:47Z</dcterms:modified>
</cp:coreProperties>
</file>